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3"/>
  </p:notesMasterIdLst>
  <p:handoutMasterIdLst>
    <p:handoutMasterId r:id="rId14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04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67BBC5-90FB-0B4C-ED85-F72C7BA7CE4A}" v="1" dt="2022-06-06T12:10:26.221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69" d="100"/>
          <a:sy n="69" d="100"/>
        </p:scale>
        <p:origin x="696" y="54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03-Apr-26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03-Apr-26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03-Apr-26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03-Apr-26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03-Apr-26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03-Apr-26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03-Apr-26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03-Apr-26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03-Apr-26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03-Apr-26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03-Apr-26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03-Apr-26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03-Apr-26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03-Apr-26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03-Apr-26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03-Apr-26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03-Apr-26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03-Apr-26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03-Apr-26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03-Apr-26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marKopparapu/Key-Logger.git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marKopparapu/Key-Logger.git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50213" y="4141999"/>
            <a:ext cx="4362747" cy="861497"/>
          </a:xfrm>
        </p:spPr>
        <p:txBody>
          <a:bodyPr/>
          <a:lstStyle/>
          <a:p>
            <a:pPr algn="r"/>
            <a:r>
              <a:rPr lang="en-US" b="0" dirty="0">
                <a:solidFill>
                  <a:schemeClr val="tx1"/>
                </a:solidFill>
              </a:rPr>
              <a:t>Name: Sai Amar Durgesh Kopparapu</a:t>
            </a:r>
            <a:endParaRPr lang="en-IN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0213" y="2050553"/>
            <a:ext cx="5961378" cy="743448"/>
          </a:xfrm>
        </p:spPr>
        <p:txBody>
          <a:bodyPr>
            <a:normAutofit fontScale="90000"/>
          </a:bodyPr>
          <a:lstStyle/>
          <a:p>
            <a:r>
              <a:rPr lang="en-GB" sz="3200" dirty="0"/>
              <a:t>Key Logger - </a:t>
            </a:r>
            <a:r>
              <a:rPr lang="en-US" sz="3200" dirty="0"/>
              <a:t>A Python-Based Keystroke Monitoring Tool with GUI</a:t>
            </a:r>
            <a:endParaRPr lang="en-IN" sz="32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AFED1BBC-57E6-1ED6-6E22-932FB80892C1}"/>
              </a:ext>
            </a:extLst>
          </p:cNvPr>
          <p:cNvSpPr>
            <a:spLocks noGrp="1" noChangeArrowheads="1"/>
          </p:cNvSpPr>
          <p:nvPr>
            <p:ph type="body" sz="quarter" idx="12"/>
          </p:nvPr>
        </p:nvSpPr>
        <p:spPr bwMode="auto">
          <a:xfrm>
            <a:off x="554478" y="2243057"/>
            <a:ext cx="7487288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There is a need for a reliable method to monitor and log keyboard activity for security auditing, personal data backup, or user behavior analysis.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Many existing solutions lack a simple user interface or fail to categorize the specific physical state of the key (whether it was just pressed, held down, or released).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This project solves that by providing a simple, user-friendly graphical interface that quietly logs detailed keystroke data in the background without interrupting the user's workflow.</a:t>
            </a:r>
          </a:p>
        </p:txBody>
      </p:sp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830997"/>
          </a:xfrm>
        </p:spPr>
        <p:txBody>
          <a:bodyPr>
            <a:normAutofit/>
          </a:bodyPr>
          <a:lstStyle/>
          <a:p>
            <a:r>
              <a:rPr lang="en-GB" dirty="0"/>
              <a:t>Project Description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2" name="Rectangle 2">
            <a:extLst>
              <a:ext uri="{FF2B5EF4-FFF2-40B4-BE49-F238E27FC236}">
                <a16:creationId xmlns:a16="http://schemas.microsoft.com/office/drawing/2014/main" id="{6A807FBB-9E55-9E38-65D8-93C953C777C1}"/>
              </a:ext>
            </a:extLst>
          </p:cNvPr>
          <p:cNvSpPr>
            <a:spLocks noGrp="1" noChangeArrowheads="1"/>
          </p:cNvSpPr>
          <p:nvPr>
            <p:ph type="body" sz="quarter" idx="12"/>
          </p:nvPr>
        </p:nvSpPr>
        <p:spPr bwMode="auto">
          <a:xfrm>
            <a:off x="554478" y="2243059"/>
            <a:ext cx="7487288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This project is a desktop application built in Python that records all keyboard inputs from the user.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It features a Graphical User Interface (GUI) built with tkinter that allows the user to easily start the logging process with a click of a button.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Behind the scenes, it uses multi-threading to run the key listener in the background, ensuring the app's interface does not freeze.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application captures detailed states of each key (Pressed, Held, Released) and exports this data locally into two formats: a readable text file (logs.txt) and a structured JSON file (logs.json) for easier data parsing.</a:t>
            </a:r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5A3B5770-1F0A-3E40-9AE1-ED3C5831E02C}"/>
              </a:ext>
            </a:extLst>
          </p:cNvPr>
          <p:cNvSpPr>
            <a:spLocks noGrp="1" noChangeArrowheads="1"/>
          </p:cNvSpPr>
          <p:nvPr>
            <p:ph type="body" sz="quarter" idx="12"/>
          </p:nvPr>
        </p:nvSpPr>
        <p:spPr bwMode="auto">
          <a:xfrm>
            <a:off x="720725" y="2555053"/>
            <a:ext cx="8572362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Cybersecurity Students &amp; Researchers: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understand how spyware functions and learn how system inputs are intercepted.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System Administrators: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audit terminal usage or monitor activities on specific local machines.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Everyday Users: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create automatic, running backups of typed text (e.g., recovering a lost essay or unsaved document in case of a crash).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Parents: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monitor their children's computer activity and online safety.</a:t>
            </a:r>
          </a:p>
        </p:txBody>
      </p:sp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399" y="1432560"/>
            <a:ext cx="9028350" cy="5243448"/>
          </a:xfrm>
        </p:spPr>
        <p:txBody>
          <a:bodyPr/>
          <a:lstStyle/>
          <a:p>
            <a:pPr lvl="1">
              <a:lnSpc>
                <a:spcPct val="150000"/>
              </a:lnSpc>
            </a:pPr>
            <a:r>
              <a:rPr lang="en-IN" b="1" dirty="0"/>
              <a:t>Programming Language:</a:t>
            </a:r>
            <a:r>
              <a:rPr lang="en-IN" dirty="0"/>
              <a:t> Python 3</a:t>
            </a:r>
          </a:p>
          <a:p>
            <a:pPr lvl="1">
              <a:lnSpc>
                <a:spcPct val="150000"/>
              </a:lnSpc>
            </a:pPr>
            <a:r>
              <a:rPr lang="en-US" b="1" dirty="0"/>
              <a:t>GUI Framework:</a:t>
            </a:r>
            <a:r>
              <a:rPr lang="en-US" dirty="0"/>
              <a:t> tkinter (for the application window and interactive start button)</a:t>
            </a:r>
          </a:p>
          <a:p>
            <a:pPr lvl="1">
              <a:lnSpc>
                <a:spcPct val="150000"/>
              </a:lnSpc>
            </a:pPr>
            <a:r>
              <a:rPr lang="en-IN" dirty="0"/>
              <a:t>Core Libraries:</a:t>
            </a:r>
          </a:p>
          <a:p>
            <a:pPr lvl="2">
              <a:lnSpc>
                <a:spcPct val="150000"/>
              </a:lnSpc>
            </a:pPr>
            <a:r>
              <a:rPr lang="en-US" dirty="0" err="1"/>
              <a:t>pynput.keyboard</a:t>
            </a:r>
            <a:r>
              <a:rPr lang="en-US" dirty="0"/>
              <a:t>: To monitor, intercept, and record the user's physical keyboard inputs.</a:t>
            </a:r>
          </a:p>
          <a:p>
            <a:pPr lvl="2">
              <a:lnSpc>
                <a:spcPct val="150000"/>
              </a:lnSpc>
            </a:pPr>
            <a:r>
              <a:rPr lang="en-US" dirty="0"/>
              <a:t>json: To structure the captured data and save it as a JSON array.</a:t>
            </a:r>
          </a:p>
          <a:p>
            <a:pPr lvl="2">
              <a:lnSpc>
                <a:spcPct val="150000"/>
              </a:lnSpc>
            </a:pPr>
            <a:r>
              <a:rPr lang="en-US" dirty="0"/>
              <a:t>threading: To run the keystroke listener independently so the GUI remains responsive.</a:t>
            </a:r>
            <a:endParaRPr lang="en-IN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52256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E25373E9-1A26-4A40-9897-E42DE485D8E3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b="0" u="sng" dirty="0">
                <a:solidFill>
                  <a:srgbClr val="0070C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 Link</a:t>
            </a:r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F61E1036-74AC-7B7B-4CF2-368BCB8D493E}"/>
              </a:ext>
            </a:extLst>
          </p:cNvPr>
          <p:cNvSpPr>
            <a:spLocks noGrp="1" noChangeArrowheads="1"/>
          </p:cNvSpPr>
          <p:nvPr>
            <p:ph type="body" sz="quarter" idx="12"/>
          </p:nvPr>
        </p:nvSpPr>
        <p:spPr bwMode="auto">
          <a:xfrm>
            <a:off x="422959" y="2162063"/>
            <a:ext cx="7531338" cy="335476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application successfully launches a 250x300 GUI window with a functioning "Start Keylogger" button.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Upon clicking, it seamlessly tracks keyboard events system-wide.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raw sequence of characters typed is successfully saved and updated in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logs.txt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detailed, structured dictionary of events (capturing whether a key was 'Pressed', 'Held', or 'Released') is successfully updated and maintained in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logs.json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D540F53-F779-440D-2C5C-58E5441EF1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0527" y="5426260"/>
            <a:ext cx="8828514" cy="1289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58FF5-909E-BC47-52CC-B9ED1A4B4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EC6BAB4-AE7D-41AD-3F0C-73790A18A34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060CEA3C-6A05-B38A-ADA7-128888A6E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18D931C6-3301-85A1-16FD-15E190A2DAF8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1486741-0984-4B6A-DB05-A3C12BE07A8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17F36F6C-9DDE-9A73-227F-0FD0BF5E29D0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b="0" u="sng" dirty="0">
                <a:solidFill>
                  <a:srgbClr val="0070C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 Link</a:t>
            </a:r>
            <a:endParaRPr lang="en-IN" b="0" u="sng" dirty="0">
              <a:solidFill>
                <a:srgbClr val="0070C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0C6E3D1-9C2E-8F1B-11EA-E3F08F6068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4702" y="154135"/>
            <a:ext cx="6565513" cy="654972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E6D40CA-71E9-2BF1-6326-397ABC4B7C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737" y="1493250"/>
            <a:ext cx="3140381" cy="4147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959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580</TotalTime>
  <Words>477</Words>
  <Application>Microsoft Office PowerPoint</Application>
  <PresentationFormat>Widescreen</PresentationFormat>
  <Paragraphs>48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Arial Unicode MS</vt:lpstr>
      <vt:lpstr>Calibri</vt:lpstr>
      <vt:lpstr>Trebuchet MS</vt:lpstr>
      <vt:lpstr>Wingdings</vt:lpstr>
      <vt:lpstr>Wingdings 3</vt:lpstr>
      <vt:lpstr>Facet</vt:lpstr>
      <vt:lpstr>Key Logger - A Python-Based Keystroke Monitoring Tool with GUI</vt:lpstr>
      <vt:lpstr>PROBLEM  STATEMENT</vt:lpstr>
      <vt:lpstr>Project Description</vt:lpstr>
      <vt:lpstr>WHO ARE THE END USERS?</vt:lpstr>
      <vt:lpstr>Technology Used</vt:lpstr>
      <vt:lpstr>RESULTS </vt:lpstr>
      <vt:lpstr>RESULTS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KOPPARAPU SAI AMAR DURGESH</cp:lastModifiedBy>
  <cp:revision>94</cp:revision>
  <dcterms:created xsi:type="dcterms:W3CDTF">2021-07-11T13:13:15Z</dcterms:created>
  <dcterms:modified xsi:type="dcterms:W3CDTF">2026-04-03T16:20:08Z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